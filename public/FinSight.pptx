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Relationship Id="rId3" Type="http://schemas.openxmlformats.org/officeDocument/2006/relationships/hyperlink" Target="https://finsight-off.vercel.app/demo" TargetMode="External"/><Relationship Id="rId4" Type="http://schemas.openxmlformats.org/officeDocument/2006/relationships/hyperlink" Target="https://github.com/Nancy20052020/finsight_of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insight-off.vercel.app" TargetMode="External"/><Relationship Id="rId3" Type="http://schemas.openxmlformats.org/officeDocument/2006/relationships/hyperlink" Target="https://github.com/Nancy20052020/finsight_of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TRACK 3   ·   FINTECH AI   ·   HACKATHON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FinSight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E7F3EE"/>
                </a:solidFill>
                <a:latin typeface="Calibri"/>
                <a:cs typeface="Calibri"/>
                <a:ea typeface="Calibri"/>
              </a:rPr>
              <a:t>Will you run out of cash before payday?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194560" cy="54864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Nancy Verma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Amisha Singh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Manipal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Team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492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Report figures are Harbor &amp; 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Live site    </a:t>
            </a:r>
            <a:r>
              <a:rPr sz="1800" b="1" i="0">
                <a:solidFill>
                  <a:srgbClr val="C4922A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A firm can be owed money
and still miss payroll.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10881360" cy="111556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91440" cy="1115568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2404872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13432"/>
            <a:ext cx="813816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of small employer firms said uneven cash flow was a challenge in the prior year.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10712"/>
            <a:ext cx="10881360" cy="111556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410712"/>
            <a:ext cx="91440" cy="1115568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3666744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56%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575304"/>
            <a:ext cx="813816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said the same about paying operating expenses such as payroll, rent, and inventory.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72583"/>
            <a:ext cx="10881360" cy="111556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4672583"/>
            <a:ext cx="91440" cy="1115568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4928616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39%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837175"/>
            <a:ext cx="813816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said one late payment in the past year made it hard to cover payroll or bills.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From the report. Federal Reserve Small Business Credit Survey and Intuit QuickBooks. These are other firms, not Harbor &amp; 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2  / 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THE CASE IN 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Harbor &amp; Co. looks busy and still runs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130,400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Invoiced in the last 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737360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93852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116,063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54203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Expenses in those 90 days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39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4930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16,000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96511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Cash on 2 March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291839"/>
            <a:ext cx="5394960" cy="138988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60" y="34930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23 March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096511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The day cash crosses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Payroll of USD 22,000 lands on 23 March, before Brightline’s open invoice of USD 20,000 is expected. Invoiced activity is higher than spending. Cash still hits zero.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3  / 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WHAT FINSIGHT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Five answers. No chatbot.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09344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Where you 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591056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Cash today, what was billed, what was collected, and what was spent.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95728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420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What happens 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23744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A 90-day path. It knows payday. The other line only repeats the last 30 days.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28416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3493008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47472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Why cash falls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456432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The scheduled item that takes the balance through zero.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61104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4425696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0740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Try a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389120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Move one collection date or cut one bill. The same engine recalculates.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193792"/>
            <a:ext cx="10881360" cy="841248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502920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34009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Was this right before?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21807"/>
            <a:ext cx="576072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Hide recent days and compare both methods with what really happened.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4  / 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HOW IT SOLVES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Put the bills on the calendar.
Do not just repeat last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97480"/>
            <a:ext cx="5349240" cy="2468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Last month, repeated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2900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Extends the average daily net cash of the last 30 days. It does not place payroll, rent, the loan, or an open invoice on a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697480"/>
            <a:ext cx="5349240" cy="246888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FinSight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42900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Starts from cash today. Rent, payroll, the loan, and marketing stay on their usual days. Each open invoice is collected when that customer usually pays.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One engine. The chart, the what-if, and the past check all call the same forecast.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5  / 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FROM 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On these books, the calendar wins.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8813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160520" y="16916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FinSight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691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Last month, repeated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Error on past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1945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USD 2,819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19456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USD 17,847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Holdout shortfall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7432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23 January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7432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23 January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918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Early warning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291839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15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3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Not flagged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4047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840479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6 origins, 21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84047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Same origins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0060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Payroll of USD 22,000 on 23 March 2026 is the item that takes cash through zero, to about USD −12,469. These numbers apply only to this synthetic protocol.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6  / 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A CHANGE YOU CAN 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Move one payment. Cut one bill.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881360" cy="1325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91440" cy="1325880"/>
          </a:xfrm>
          <a:prstGeom prst="rect">
            <a:avLst/>
          </a:prstGeom>
          <a:solidFill>
            <a:srgbClr val="0C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1746504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Base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8541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Shortfall on 23 March 2026. Lowest cash in 30 days is about USD −15,771.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63240"/>
            <a:ext cx="10881360" cy="1325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063240"/>
            <a:ext cx="91440" cy="132588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209544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Collect BR-109 on 12 March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4845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Shortfall moves to 1 April 2026. The 30-day low rises by about USD 14,934 and is still slightly negative.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881360" cy="132588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91440" cy="132588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5840" y="4672584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Also cut March marketing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1149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With a 100 percent cut, the shortfall is 10 April 2026 and the 30-day low is USD 1,562.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7  / 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384048"/>
            <a:ext cx="384048" cy="73152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</a:rPr>
              <a:t>OPEN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The demo is already 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5661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181051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Live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7744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The forecast, the example, and the upload.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94760"/>
            <a:ext cx="3063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35661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45152" y="181051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37744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Harbor &amp; Co. Open the rows behind the chart.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063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3"/>
              </a:rPr>
              <a:t>finsight-off.vercel.app/demo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600200"/>
            <a:ext cx="3566160" cy="306324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94191" y="181051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1" y="2377440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The report, this deck, and the code.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1" y="3794760"/>
            <a:ext cx="3063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4"/>
              </a:rPr>
              <a:t>github.com/Nancy20052020/finsight_off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2033"/>
                </a:solidFill>
                <a:latin typeface="Calibri"/>
                <a:cs typeface="Calibri"/>
                <a:ea typeface="Calibri"/>
              </a:rPr>
              <a:t>Upload needs both files: a bank CSV and an invoice CSV. If one is missing, the page says so. Nothing is stored. The example is synthetic. These are calculations, not a promise.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FinSight AI   ·   Team 65   ·   Manipal University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4465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6E56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4C5E"/>
                </a:solidFill>
                <a:latin typeface="Calibri"/>
                <a:cs typeface="Calibri"/>
                <a:ea typeface="Calibri"/>
              </a:rPr>
              <a:t>8  / 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C4922A"/>
                </a:solidFill>
                <a:latin typeface="Calibri"/>
                <a:cs typeface="Calibri"/>
                <a:ea typeface="Calibri"/>
              </a:rPr>
              <a:t>Team 65    ·    Manipal University    ·    Track 3, FinTech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Nancy Verma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Amisha Singh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60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Live site    </a:t>
            </a:r>
            <a:r>
              <a:rPr sz="1800" b="1" i="0">
                <a:solidFill>
                  <a:srgbClr val="C4922A"/>
                </a:solidFill>
                <a:latin typeface="Calibri"/>
                <a:cs typeface="Calibri"/>
                <a:ea typeface="Calibri"/>
                <a:u val="none"/>
                <a:hlinkClick r:id="rId2"/>
              </a:rPr>
              <a:t>finsight-off.vercel.app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GitHub    </a:t>
            </a:r>
            <a:r>
              <a:rPr sz="1800" b="1" i="0">
                <a:solidFill>
                  <a:srgbClr val="C4922A"/>
                </a:solidFill>
                <a:latin typeface="Calibri"/>
                <a:cs typeface="Calibri"/>
                <a:ea typeface="Calibri"/>
                <a:u val="none"/>
                <a:hlinkClick r:id="rId3"/>
              </a:rPr>
              <a:t>github.com/Nancy20052020/finsight_off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5D0DC"/>
                </a:solidFill>
                <a:latin typeface="Calibri"/>
                <a:cs typeface="Calibri"/>
                <a:ea typeface="Calibri"/>
              </a:rPr>
              <a:t>9  /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C4922A"/>
      </a:hlink>
      <a:folHlink>
        <a:srgbClr val="0C6E5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FinSight AI — Team 65, Manipal University</dc:title>
  <dc:subject>Track 3 FinTech AI, Hackathon 4.0</dc:subject>
  <dc:creator>Amisha Singh and Nancy Verma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